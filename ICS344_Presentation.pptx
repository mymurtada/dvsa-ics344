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DVSA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Lab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286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9C4"/>
                </a:solidFill>
              </a:rPr>
              <a:t>ICS-344 · Information Security · Term 252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9C4"/>
                </a:solidFill>
              </a:rPr>
              <a:t>King Fahd University of Petroleum and Minerals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92024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Vulnerabilities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3840480"/>
            <a:ext cx="192024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Exploits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3840480"/>
            <a:ext cx="192024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3858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4279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Fixes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What is DVSA?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9319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875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OWASP's Damn Vulnerable Serverless 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Intentionally vulnerable app deployed on AWS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Built on Lambda, API Gateway, S3, DynamoDB, Cognito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Designed for hands-on serverless security training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Created by OWASP for educational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87552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OUR TASK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Identify and document 10 vulnerabilities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Exploit each one with a proof-of-concept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Apply a targeted remediation fix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Verify the fix eliminates the attack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7EF"/>
                </a:solidFill>
              </a:rPr>
              <a:t>Capture evidence and document findings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10 Vulnerabilities at a Glance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2194560"/>
                <a:gridCol w="3108960"/>
              </a:tblGrid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Injection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RCE inside 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Cognito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impersonation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Info Disclosure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receipts exposed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Insecure Cloud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+ 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credential theft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Access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DynamoDB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escalation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+ 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unavailable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Over-Privileged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Account-wide blast radius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Vulnerability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DynamoDB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state corruption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Dependencies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RCE via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Unhandled Exceptions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+ API Gateway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0E7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 leaked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Event Injection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node-serialize calls eval() on _$$ND_FUNC$$_ marker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Runs on line 1 — before any authentication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Attacker controls the request body → code runs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POST with embedded JavaScript IIFE in action field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Lambda writes /tmp/pwned.txt to the file system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CloudWatch logs FILE READ SUCCESS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HTTP 500 returned (code executed before crash)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Replace serialize.unserialize(event.body)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→ use JSON.parse(event.body) instead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JSON.parse produces data only — no code eval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Add allowlist check on action field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Remote Code Execution inside Lambda · File system access · Temporary AWS credential exposure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Broken Authentication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Lambda only base64-decodes JWT — never verifies signature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username and sub trusted directly from decoded payload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JWKS verification against Cognito public keys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Copy User B's token and swap username/sub → User C's values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Keep the original (now-invalid) signature intact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Server accepts the forged token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Returns User C's full orders and personal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Fetch Cognito JWKS public keys via HTTPS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Verify signature cryptographically with node-jose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Validate iss, exp, and token_use claims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Only extract username/sub after full verification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Any authenticated user can impersonate any other user and access their complete order history and PII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Sensitive Information Disclosure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Event Injection entry point in ORDER-MANAGER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DVSA-ADMIN-GET-RECEIPT has no caller auth check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ORDER-MANAGER IAM role can invoke admin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Non-admin user sends malicious POST /order payload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Injected JS calls DVSA-ADMIN-GET-RECEIPT via AWS SDK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Signed S3 URL returned in CloudWatch logs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Download ZIP containing ALL users' order receipts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Primary: replace unserialize with JSON.parse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Add caller authorization inside ADMIN-GET-RECEIPT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Restrict ORDER-MANAGER IAM role — remove admin invoke permission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Unauthorized access to all users' receipt data by a regular non-admin user via code injection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Insecure Cloud Configuration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S3 bucket policy uses Principal:* — public write access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is_safe() validation checks are commented out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Filenames passed directly to os.system()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Upload file with semicolon-injected filename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S3 event triggers Lambda → shell injection executes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Injected Python exfiltrates env vars to SC.txt in S3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Lambda duration: 8253ms vs normal &lt;100ms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Uncomment is_safe() checks — reject ; | and ' chars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Restrict bucket Principal from * → account ARN only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After fix: rejected in under 2ms, no SC.txt created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Remote Code Execution → AWS credential theft including session token and secret access key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Broken Access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is_admin read from attacker-controlled request body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Authentication works — authorization is completely broken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Server asks client: are you an admin? And believes the answer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Add isAdmin:"true" to any request body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Read any other user's full order 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Set status:"paid" without going through checkout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Billing workflow bypassed — orders marked paid for free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Derive is_admin from verified Cognito JWT groups only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Strip isAdmin and status from body before any dispatch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Wrap handler in try/except → generic 500 error (also fixes Lesson 10)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Any authenticated user can read any order, impersonate any user, and mark orders paid without billing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Denial of Service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rate limiting on the billing endpoint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per-user concurrency control at any layer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Lambda processes all incoming requests simultaneously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idempotency or duplicate-request prevention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Send 30 concurrent curl requests to POST /dvsa/order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All targeting the same order ID with action:billing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Backend overwhelmed → repeated HTTP 500 and 502 responses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Legitimate users blocked from completing 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API Gateway throttling: 5 requests/sec, burst limit 10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DynamoDB idempotency keys per order to prevent duplicates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SQS queue to absorb and smooth traffic spikes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Note: throttling alone was only partially effective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Billing service unavailable · Legitimate users cannot complete payment transactions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Over-Privileged Function (IAM)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S3 access: all buckets (arn:aws:s3:::*)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DynamoDB access: all tables (table/*)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SES: AmazonSESFullAccess — 40+ actions granted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CloudTrail shows only 3 actions ever used in practice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IAM Policy Simulator: S3 GetObject/PutObject on any bucket → Allowed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IAM Policy Simulator: DynamoDB Scan on any table → Allowed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CloudTrail policy gen shows only 3 actions needed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Blast radius = full account S3 + DynamoDB if compromised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Scope S3 resource → specific receipts bucket ARN only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Scope DynamoDB → DVSA-ORDERS-DB table only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Replace AmazonSESFullAccess → minimal inline policy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Only ses:SendEmail and ses:SendRawEmail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If compromised → attacker inherits account-wide S3 and DynamoDB access instantly via Lambda credentials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Logic Vulnerability — Race Condition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atomic state transition on order status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Billing and completion can execute simultaneously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DynamoDB conditional locking between read and write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Order state depends on request timing not workflow logic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Send 5 pairs of billing + complete requests concurrently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Same order ID targeted by both request types at once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Results: order already made, 500 errors, already processed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Order state becomes inconsistent and unpredictable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DynamoDB conditional update: SET status = processing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Condition: WHERE orderStatus &lt; paid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Only one concurrent request wins — others get controlled rejection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Normal order processing still works correctly after fix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Inconsistent order state · Potential double-processing · Billing workflow manipulation by timing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Vulnerable Dependencies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node-serialize imported on line 1 of order-manager.js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Library calls eval() on any _$$ND_FUNC$$_ prefixed value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IIFE execution: function ending with () runs immediately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Documented library feature — by design, not a bug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Same exploit payload as Lesson 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_$$ND_FUNC$$_ IIFE executes during deserialization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FILE READ SUCCESS confirmed in CloudWatch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Lesson 1 = attack surface; Lesson 9 = root cause library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Remove require('node-serialize') from order-manager.js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Delete from package.json dependencies entirely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Use JSON.parse() — safe built-in with no eval risk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Add npm audit and dependency scanning to CI/CD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Remote Code Execution — an unsafe dependency is a permanent attack surface, not just a usage problem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Unhandled Exceptions — Stack Trace Disclosure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64008" cy="34290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VULNERABILITY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319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No try/except wrapper around the Lambda handler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Boolean isAdmin crashes .lower() → AttributeError escapes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AWS runtime serializes exception and returns it to client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HTTP 502 with full file path, line number, and source code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22960"/>
            <a:ext cx="64008" cy="34290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EXPLOIT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1071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Send isAdmin as JSON boolean false instead of string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Server returns errorType, errorMessage, and stackTrace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Reveals /var/task/get_order.py line 32 and source code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Stack trace directly enabled Lesson 5 privilege escalation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822960"/>
            <a:ext cx="2743200" cy="34290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822960"/>
            <a:ext cx="64008" cy="3429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886968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886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</a:rPr>
              <a:t>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28232" y="1261872"/>
            <a:ext cx="24871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Wrap lambda_handler in try/except boundary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ValueError/KeyError → 400 bad request (generic)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All other exceptions → log.exception() to CloudWatch + 500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E0E7EF"/>
                </a:solidFill>
              </a:rPr>
              <a:t>Add input type validation before any business logic runs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389120"/>
            <a:ext cx="8686800" cy="502920"/>
          </a:xfrm>
          <a:prstGeom prst="rect">
            <a:avLst/>
          </a:prstGeom>
          <a:solidFill>
            <a:srgbClr val="EF233C">
              <a:alpha val="20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0740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33C"/>
                </a:solidFill>
              </a:rPr>
              <a:t>IMPACT  </a:t>
            </a:r>
            <a:pPr indent="0" marL="0">
              <a:buNone/>
            </a:pPr>
            <a:r>
              <a:rPr lang="en-US" sz="950" dirty="0">
                <a:solidFill>
                  <a:srgbClr val="E0E7EF"/>
                </a:solidFill>
              </a:rPr>
              <a:t>Internal file paths, line numbers, and source code exposed to any unauthenticated client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Key Lessons Learned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4160520" cy="1417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749808"/>
            <a:ext cx="64008" cy="1417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822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" y="1143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Decoding ≠ Verifying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Always verify JWT signatures against JWKS. Decoding is free — anyone can do 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160520" cy="1417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749808"/>
            <a:ext cx="64008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3752" y="822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73752" y="1143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Never Trust the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4356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Every field in the request body is attacker-controlled. Privilege must come from verified tokens only.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4160520" cy="1417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64008" cy="1417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" y="2770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IAM Role = Security Boundary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30632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In serverless, the execution role IS the perimeter. Over-privilege means over-blast-radius.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4160520" cy="1417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77440"/>
            <a:ext cx="64008" cy="141732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73752" y="27706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 Traces Are Recon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30632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A six-line error response eliminated all guesswork in Lesson 5. Fail quiet — log to CloudWatch only.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87168" y="3931920"/>
            <a:ext cx="4206240" cy="14173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87168" y="3931920"/>
            <a:ext cx="64008" cy="14173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40050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651760" y="4325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Two Misconfigs Can Chain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4617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9C4"/>
                </a:solidFill>
              </a:rPr>
              <a:t>Public S3 + disabled validation = credential theft. Fix each layer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Why Serverless Vulnerabilities Are High-Impact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8DA9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A9C4"/>
                </a:solidFill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DA9C4"/>
                </a:solidFill>
              </a:rPr>
              <a:t>(Client)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Gateway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EF23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ORDER-MANAGER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233C"/>
                </a:solidFill>
              </a:rPr>
              <a:t>Lambda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S3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Buckets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9224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DynamoDB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82296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1B2A3B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0" y="822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Lambdas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252728"/>
            <a:ext cx="1828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252728"/>
            <a:ext cx="1828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252728"/>
            <a:ext cx="1828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252728"/>
            <a:ext cx="1828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252728"/>
            <a:ext cx="182880" cy="0"/>
          </a:xfrm>
          <a:prstGeom prst="line">
            <a:avLst/>
          </a:prstGeom>
          <a:noFill/>
          <a:ln w="19050">
            <a:solidFill>
              <a:srgbClr val="8DA9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874520"/>
            <a:ext cx="1828800" cy="347472"/>
          </a:xfrm>
          <a:prstGeom prst="rect">
            <a:avLst/>
          </a:prstGeom>
          <a:solidFill>
            <a:srgbClr val="EF233C">
              <a:alpha val="25000"/>
            </a:srgbClr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233C"/>
                </a:solidFill>
              </a:rPr>
              <a:t>IAM Role — inherits ALL permissions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2743200" cy="25146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77440"/>
            <a:ext cx="64008" cy="2514600"/>
          </a:xfrm>
          <a:prstGeom prst="rect">
            <a:avLst/>
          </a:prstGeom>
          <a:solidFill>
            <a:srgbClr val="EF233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Injection → Credential Theft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A single eval() on untrusted input gives the attacker the function's full STS credentials from the environment.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377440"/>
            <a:ext cx="2743200" cy="25146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377440"/>
            <a:ext cx="64008" cy="25146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Lateral Movement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64992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Those credentials can invoke other Lambda functions, read S3 buckets, and query DynamoDB — the entire account is at risk.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377440"/>
            <a:ext cx="2743200" cy="251460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377440"/>
            <a:ext cx="64008" cy="2514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91072" y="2450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Defense in Depth Required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29443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9C4"/>
                </a:solidFill>
              </a:rPr>
              <a:t>Fix the injection AND apply least-privilege IAM. Neither alone is sufficient — both layers must hold.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3B">
              <a:alpha val="40000"/>
            </a:srgbClr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9C4"/>
                </a:solidFill>
              </a:rPr>
              <a:t>ICS-344 · KFUPM · Term 252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DVSA Security Lab — ICS-344</dc:title>
  <dc:subject>PptxGenJS Presentation</dc:subject>
  <dc:creator>PptxGenJS</dc:creator>
  <cp:lastModifiedBy>PptxGenJS</cp:lastModifiedBy>
  <cp:revision>1</cp:revision>
  <dcterms:created xsi:type="dcterms:W3CDTF">2026-05-04T20:47:01Z</dcterms:created>
  <dcterms:modified xsi:type="dcterms:W3CDTF">2026-05-04T20:47:01Z</dcterms:modified>
</cp:coreProperties>
</file>